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we do not rip out cameras. We map them, watch them, read plates, and hunt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problem: heterogeneous infrastructure, 1000 km spread, analytics, scale to 80k. We solve the officer job today: map + watch + plate + hunt.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Justification: solo Category 1. Official page allows hybrid. Existing VMS stay independent — we consume RTSP/HLS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three lanes: official grid, our app, AI pipeline. HLS for watch, RTSP for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sketch if asked: analytics GPUs at zone, not 80k central transcodes. Keep video at source. Metadata is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Hunt is empty for their plate: Capture 4, 5, 12 then Detect, then Hunt. Do not freeze.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GUJARAT POLICE INNOVATION CHALLENGE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GIS camera registry and unified ANPR command layer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 the official Sentinel sandbox — Hybrid Model 1 + 2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52E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Category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 / solo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32461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52E4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Hybrid 1 + 2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5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Sandbox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 official cameras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32461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5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3310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Submit by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 Sep 2026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Nikhil  ·  Working prototype, not a mock-up  ·  Consume official RTSP / HLS — do not replace departmental VMS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PROBLEM  ·  WHY A COMMAND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91440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26 departments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CCTV estates. Analog and IP. Cloud and local NVR. 7-day vs 15-day retention.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96012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960120"/>
            <a:ext cx="91440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1887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shared map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Police cannot see where cameras sit, who owns them, or which feeds are live.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91440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0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Many viewers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Command centres jump between vendor players. No single hunt for a vehicle number.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291840"/>
            <a:ext cx="91440" cy="2148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520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Databases exist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VAHAN, SARTHI, eGujCop, AFIS already hold stolen/wanted records — CCTV is not wired to them yet.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CHOSEN APPROACH  ·  HYBRID MODEL 1 + 2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1 is mandatory as the GIS foundation. We combine it with Model 2 so the registry is not a dead inventory — officers can watch, detect, and hunt.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36118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1 — Registry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Leaflet GIS pins, bulk CSV + API import from official cameras.json, department labels, gap report, registry CSV export.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463040"/>
            <a:ext cx="36118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2 — Viewing + ANPR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228600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HLS player in one UI, RTSP TCP capture for AI, YOLOv8n vehicles, RapidOCR plates, events index, watchlist alerts, hunt trail.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463040"/>
            <a:ext cx="3611880" cy="640080"/>
          </a:xfrm>
          <a:prstGeom prst="rect">
            <a:avLst/>
          </a:prstGeom>
          <a:solidFill>
            <a:srgbClr val="15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 running (roadmap)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286000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3 vendor adapters / Kafka. Model 4 central VMS, face, live VAHAN. Named as Phase 2 adapters — not faked in this prototype.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THE OFFICER GETS  ·  WORKING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161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GIS registry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 official cameras + own-feed clips on one Leaflet map. Filter, CSV import, coverage gap.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96012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2161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075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Unified watch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1874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HLS in-app player via session cookie proxy. Same catalogue as cctv.corp8.cloud.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0" y="96012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12161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3075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ANPR metadata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66760" y="1874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YOLOv8n finds vehicles. RapidOCR reads close plates. Events stored with time and snapshot.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56616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822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1363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Watchlist alerts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85800" y="44805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Representative stolen/wanted list. Match fires a red banner and a beep. Allowed by the brief.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97680" y="356616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3822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9136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Cross-camera hunt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526280" y="44805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Type a registration. Trail on the map. Timestamped hits. Export CSV for the file.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138160" y="356616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3822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91363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Integrator-safe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366760" y="44805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RTSP over TCP, PTS timing, backoff, consume-only. We never publish into their gateway.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  ·  THEIR GRID + OUR COMMAND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5" name="Image 0" descr="/home/nikhil/NIKHIL_SDE/NIKHIL_SDE_zip/NIKHIL_SDE/2026/Hackthon_Guajarat/docs/diagrams/sentinel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7680960" cy="4748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989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Labels in the PNG: catalogue is now cameras.json; RTSP 103.250.160.189:8554 is open from this network; watch is HLS proxy, not iframe.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75320" y="868680"/>
            <a:ext cx="3520440" cy="5074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1005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Split of duties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200" y="1463040"/>
            <a:ext cx="3154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Their side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Cameras, MediaMTX-style hub, password portal, RTSP + HLS.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Our side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 UI, FastAPI, JSON registry, YOLO, OCR, hunt CSV.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 do not store 24-hour video. Short JPEG evidence only. Departmental NVRs stay.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INTEGRATION  ·  OFFICIAL INTEGRATOR CONTRACT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914400"/>
            <a:ext cx="10515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Sign 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3533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 /auth/login on cctv.corp8.cloud. Session cookie stays in the backend CookieJar.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10515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2258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Catalogue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GET /cameras.json — 30 rows (cam01…cam30). Never hard-code ids.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3383280"/>
            <a:ext cx="10515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3493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URLs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8221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HLS https://cctv.corp8.cloud/cam04/index.m3u8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RTSP rtsp://103.250.160.189:8554/stream/cam04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4617720"/>
            <a:ext cx="10515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 vs 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0566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Officer: HLS + hls.js via our proxy.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ANPR: OpenCV RTSP TCP, PTS timestamps, backoff 2s–30s.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ANALYTICS  ·  DETECT → CROP → READ → STORE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78892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 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17830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FFmpeg / OpenCV samples ~1 JPEG/s. IST stamp. PTS-based time, not wall-clock per packet.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78892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960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 YOLO v8n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17830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Nano weights on CPU. Classes: car, motorcycle, bus, truck. Box + confidence.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960120"/>
            <a:ext cx="278892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960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 RapidOCR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17830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Crop lower ~45% of the vehicle box. ONNX OCR. Normalize GJ-01-AB-1234 → GJ01AB1234.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960120"/>
            <a:ext cx="2788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89720" y="960120"/>
            <a:ext cx="278892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960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 Evidence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54312" y="17830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Annotated JPEG + events.json. Raw frames can be deleted. Not a 24-hour DVR.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4389120"/>
            <a:ext cx="11338560" cy="1554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Honest analytics note for judges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Own-feed boom-barrier clips yield readable plates (GJ01AB1234). Wide Paldi live junction (cam04) yielded 61 vehicles and 0 OCR plates — letters are too few pixels. We show both: vehicles on government feed, plates on close-up feed. Same pipeline.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JURY TEST  ·  WATCHLIST + HUNT A REGISTRATION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5" name="Image 0" descr="/home/nikhil/NIKHIL_SDE/NIKHIL_SDE_zip/NIKHIL_SDE/2026/Hackthon_Guajarat/docs/diagrams/hunt-watchlist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6949440" cy="45487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868680"/>
            <a:ext cx="4251960" cy="5074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10058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When they give a number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26680" y="1508760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Add it to Watchlist (optional).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Hunt box → Find trail.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Map polyline + hit list.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Export CSV for the file.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If empty: Capture 4 / 5 / 12, Detect, Hunt again. That is the product, not a failure.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461772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 seed: GJ01AB1234 — 13 hits, Gate + Paldi own-feed.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STACK  ·  OPEN, VENDOR-NEUTRAL, MATCHES THEIR SUGGESTED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Layer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Choice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Why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UI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React 19 + Vite 6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Official suggested React.js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Map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Leaflet + OSM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Official Model 1 GIS suggestion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API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Python FastAPI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Official suggested Python / FastAPI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Store now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JSON files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Solo speed. Postgres + PostGIS on the scale slide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Watch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HLS + hls.js proxy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HTTPS 443, cookie, AES-128 playlists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AI ingest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OpenCV RTSP TCP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Integrator guide: tcp, PTS, backoff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Detect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YOLOv8n (nano)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CPU-capable vehicle boxes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OCR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RapidOCR ONNX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D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Plate text from crop</a:t>
                      </a:r>
                      <a:endParaRPr lang="en-US" sz="13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MEASURED ON THIS PROTOTYPE  ·  NOT A CONCEPT VIDEO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2148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cameras in registry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 official + 3 own-feed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743200" cy="2148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from cameras.json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Ahmedabad to Gandhidham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743200" cy="2148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Paldi vehicles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cam04 RTSP TCP sample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1005840"/>
            <a:ext cx="2743200" cy="2148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143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268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GJ01AB1234 hits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 + Paldi own-feed hunt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112471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566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Two-system proof (Model 2 deliverable)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A — official Sentinel grid (HLS watch + RTSP AI). System B — local MP4s treated as cameras. Same Extract / Detect / Hunt code path. Existing departmental storage is untouched.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Sandbox publishes ~30 cameras, not 50. We onboard every id in cameras.json. Statewide 80k is a scale plan, not this laptop.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SCALE TO ~80,000  ·  SAME APIS, MORE MACHINES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21031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9052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960120"/>
            <a:ext cx="864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JSON store, one node, 30–40 cameras, file + official catalogue, CPU YOLO.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1031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2103120"/>
            <a:ext cx="9052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2103120"/>
            <a:ext cx="864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PostgreSQL + PostGIS, Redis watchlist, object storage for snapshots, simple RBAC.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1031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9052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0360" y="3246120"/>
            <a:ext cx="864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Zone RTSP workers, queue (Kafka/RabbitMQ), horizontal API, GPU batching, HLS edge cache.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210312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89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Phase 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51760" y="4389120"/>
            <a:ext cx="90525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80360" y="4389120"/>
            <a:ext cx="864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VAHAN / SARTHI / eGujCop adapters, optional face, HA + DR, regional PoPs.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SECURITY, INTEROP, AND HONEST LIMITS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53212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Built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Consume-only. Never publish to the gateway.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Grid password in .env — not in git.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RTSP TCP, PTS timing, join warnings not fatal.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protocols: RTSP, HLS, REST JSON.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24h central archive — evidence JPEGs only.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5532120" cy="4892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097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 this laptop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645920"/>
            <a:ext cx="5074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live VAHAN. No face. No Kafka. No department SSO. ANPR on distant junctions is vehicle-first. Continuous 30-camera workers are a scale step, not the demo. We say this so the jury can trust the rest.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Sentinel Command  |  Gujarat Police Innovation Challenge 2026  |  Category 1 solo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6424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8-MINUTE 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UI already running at localhost:5174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 + pitch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1280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Hybrid 1+2. Registry first. Existing VMS stay.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0:40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Fetch grid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cameras.json → 30 pins. Export registry CSV.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1:20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Live watch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286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Camera 4 / 12 HLS player.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2:10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Own-feed ANPR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788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 → Extract → Detect. Readable plate.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3:20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GJ01AB1234 → red STOLEN PLATE banner.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4:00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373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Hunt + CSV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Trail on map. This is the scoring test.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5:00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Gov feed AI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Paldi Capture → Detect vehicles + times.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6:20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3736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Scale slide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800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Postgres, zone workers, VAHAN adapter later.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303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7:20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Their number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23360" y="5303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Paste designated registration into Hunt.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Command — Gujarat Police Innovation Challenge 2026</dc:title>
  <dc:subject>Hybrid Model 1 + 2 CCTV registry, ANPR, watchlist, hunt</dc:subject>
  <dc:creator>Nikhil</dc:creator>
  <cp:lastModifiedBy>Nikhil</cp:lastModifiedBy>
  <cp:revision>1</cp:revision>
  <dcterms:created xsi:type="dcterms:W3CDTF">2026-09-08T20:04:19Z</dcterms:created>
  <dcterms:modified xsi:type="dcterms:W3CDTF">2026-09-08T20:04:19Z</dcterms:modified>
</cp:coreProperties>
</file>